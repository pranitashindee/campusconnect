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097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6FE0-90DF-E2F0-6894-392AD763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2408EF-F714-16CE-078F-EC3A70C3B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3D3B8-9D85-512E-2983-E90DE3655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825FA-DE50-7880-A164-C066E2A401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76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3872752" cy="347472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199" y="411480"/>
            <a:ext cx="387275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 8347 – Internet Applications and Distributed Systems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CampusConnect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00A896"/>
                </a:solidFill>
              </a:rPr>
              <a:t>Campus Event Board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" y="2788920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A8C4CC"/>
                </a:solidFill>
              </a:rPr>
              <a:t>Discover, Post, and RSVP to Events Happening Around Campus.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A896"/>
                </a:solidFill>
              </a:rPr>
              <a:t>Group 8  ·  </a:t>
            </a:r>
            <a:r>
              <a:rPr lang="en-US" sz="1200" dirty="0">
                <a:solidFill>
                  <a:srgbClr val="A8C4CC"/>
                </a:solidFill>
              </a:rPr>
              <a:t>Hemit Rana  ·  Sarvesh Solanke  ·  Jasmeen Kaur  ·  </a:t>
            </a:r>
            <a:r>
              <a:rPr lang="en-US" sz="1200" dirty="0" err="1">
                <a:solidFill>
                  <a:srgbClr val="A8C4CC"/>
                </a:solidFill>
              </a:rPr>
              <a:t>Charmiben</a:t>
            </a:r>
            <a:r>
              <a:rPr lang="en-US" sz="1200" dirty="0">
                <a:solidFill>
                  <a:srgbClr val="A8C4CC"/>
                </a:solidFill>
              </a:rPr>
              <a:t> Patel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07B8A"/>
                </a:solidFill>
              </a:rPr>
              <a:t>Master of Applied Computing  ·  University of Windsor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&amp; Motivation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Students miss events because information is scattered across: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📧  Email announcements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054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📌  Notice boards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907792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07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💬  WhatsApp groups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10128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📱  Instagram &amp; Facebook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712464"/>
            <a:ext cx="3749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12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🌐  Student society websites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600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A8C4CC"/>
                </a:solidFill>
              </a:rPr>
              <a:t>CampusConnect</a:t>
            </a:r>
            <a:r>
              <a:rPr lang="en-US" sz="1200" dirty="0">
                <a:solidFill>
                  <a:srgbClr val="A8C4CC"/>
                </a:solidFill>
              </a:rPr>
              <a:t>: a single centralized hub where students can: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148840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103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Discover events relevant to their interests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551176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5054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Create and promote their own events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953512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9077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RSVP and track event attendance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355848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Upload event posters &amp; materials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3758184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7124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Receive reminders &amp; view history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Mandatory Requirements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124712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247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1106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Models &amp; Views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4356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Event, Category, RSVP, Comment, UserProfile, FavoriteEvent, EventHistory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2039112"/>
            <a:ext cx="2834640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039112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" y="2112264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21122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Templates &amp; 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" y="242316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13 Bootstrap pages · Registration, Login, EventForm, CommentForm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3026664"/>
            <a:ext cx="28346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26664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3099816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30998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Class-Based Views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" y="34107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ListView, DetailView, CreateView, UpdateView in views.py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4014216"/>
            <a:ext cx="2834640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014216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4087368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40873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4088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User Authentication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439826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Login · Logout · Forgot Password (Django auth system)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1051560"/>
            <a:ext cx="28346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1051560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01568" y="1124712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01568" y="11247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67328" y="1106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Search Bar + Dropdown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01568" y="14356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Keyword search by title/organizer + category dropdown filter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91840" y="2039112"/>
            <a:ext cx="2834640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2039112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01568" y="2112264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21122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67328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Sessions &amp; Cookies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01568" y="242316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Visit counter per day · Recently viewed events · User prefs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1840" y="3026664"/>
            <a:ext cx="28346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026664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01568" y="3099816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1568" y="30998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767328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User History Section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01568" y="34107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RSVP history · Browsing history · Dashboard view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91840" y="4014216"/>
            <a:ext cx="2834640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91840" y="4014216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1568" y="4087368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40873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767328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File Upload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401568" y="439826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Event poster upload via Django ImageField + MEDIA settings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55080" y="1051560"/>
            <a:ext cx="28346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1051560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64808" y="1124712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64808" y="112471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30568" y="1106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Registered vs Guest UI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64808" y="1435608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Guests: browse &amp; search only · Members: create, RSVP, comment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55080" y="2039112"/>
            <a:ext cx="2834640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55080" y="2039112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64808" y="2112264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64808" y="211226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830568" y="20939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Footer Section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464808" y="242316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About Us · Contact Us · Terms · Useful links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55080" y="3026664"/>
            <a:ext cx="2834640" cy="8961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55080" y="3026664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64808" y="3099816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64808" y="30998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830568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Bootstrap Styling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464808" y="3410712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Responsive layout · Event cards · Sidebar · Color palette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355080" y="4014216"/>
            <a:ext cx="2834640" cy="896112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55080" y="4014216"/>
            <a:ext cx="54864" cy="89611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64808" y="4087368"/>
            <a:ext cx="292608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64808" y="40873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830568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40"/>
                </a:solidFill>
              </a:rPr>
              <a:t>JSON Fixtures &amp; GitHub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464808" y="4398264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</a:rPr>
              <a:t>Sample events/categories/users · Feature-branch commits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User Views : Guest vs Registered vs Admin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01168" y="128016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9456" y="1280160"/>
            <a:ext cx="265176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👤  Guest / Public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9456" y="16276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</a:rPr>
              <a:t>CAN ACCESS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9184" y="1837944"/>
            <a:ext cx="2432304" cy="173736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1837944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</a:rPr>
              <a:t>✓  Browse events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" y="2039112"/>
            <a:ext cx="2432304" cy="173736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039112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</a:rPr>
              <a:t>✓  Search &amp; filter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9184" y="2240280"/>
            <a:ext cx="2432304" cy="173736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240280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</a:rPr>
              <a:t>✓  View event details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184" y="2441448"/>
            <a:ext cx="2432304" cy="173736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2441448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66534"/>
                </a:solidFill>
              </a:rPr>
              <a:t>✓  Register / Login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246120" y="128016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64408" y="1280160"/>
            <a:ext cx="265176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64408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Registered User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264408" y="16276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FULL ACCESS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374136" y="1837944"/>
            <a:ext cx="2432304" cy="173736"/>
          </a:xfrm>
          <a:prstGeom prst="rect">
            <a:avLst/>
          </a:prstGeom>
          <a:solidFill>
            <a:srgbClr val="F0FDFB"/>
          </a:solidFill>
          <a:ln w="12700">
            <a:solidFill>
              <a:srgbClr val="99E6D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10712" y="1837944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✓  Everything guests can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374136" y="2039112"/>
            <a:ext cx="2432304" cy="173736"/>
          </a:xfrm>
          <a:prstGeom prst="rect">
            <a:avLst/>
          </a:prstGeom>
          <a:solidFill>
            <a:srgbClr val="F0FDFB"/>
          </a:solidFill>
          <a:ln w="12700">
            <a:solidFill>
              <a:srgbClr val="99E6D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10712" y="2039112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✓  Create &amp; manage events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3374136" y="2240280"/>
            <a:ext cx="2432304" cy="173736"/>
          </a:xfrm>
          <a:prstGeom prst="rect">
            <a:avLst/>
          </a:prstGeom>
          <a:solidFill>
            <a:srgbClr val="F0FDFB"/>
          </a:solidFill>
          <a:ln w="12700">
            <a:solidFill>
              <a:srgbClr val="99E6D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410712" y="2240280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✓  RSVP / Cancel RSVP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374136" y="2441448"/>
            <a:ext cx="2432304" cy="173736"/>
          </a:xfrm>
          <a:prstGeom prst="rect">
            <a:avLst/>
          </a:prstGeom>
          <a:solidFill>
            <a:srgbClr val="F0FDFB"/>
          </a:solidFill>
          <a:ln w="12700">
            <a:solidFill>
              <a:srgbClr val="99E6DA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410712" y="2441448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✓  Comment on events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374136" y="2642616"/>
            <a:ext cx="2432304" cy="173736"/>
          </a:xfrm>
          <a:prstGeom prst="rect">
            <a:avLst/>
          </a:prstGeom>
          <a:solidFill>
            <a:srgbClr val="F0FDFB"/>
          </a:solidFill>
          <a:ln w="12700">
            <a:solidFill>
              <a:srgbClr val="99E6D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410712" y="2642616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✓  Upload event posters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374136" y="2843784"/>
            <a:ext cx="2432304" cy="173736"/>
          </a:xfrm>
          <a:prstGeom prst="rect">
            <a:avLst/>
          </a:prstGeom>
          <a:solidFill>
            <a:srgbClr val="F0FDFB"/>
          </a:solidFill>
          <a:ln w="12700">
            <a:solidFill>
              <a:srgbClr val="99E6D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410712" y="2843784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8090"/>
                </a:solidFill>
              </a:rPr>
              <a:t>✓  Dashboard, Favorites, History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6291072" y="128016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309360" y="1280160"/>
            <a:ext cx="2651760" cy="2743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0936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🛡️  Administrator</a:t>
            </a:r>
            <a:endParaRPr lang="en-US" sz="1400" dirty="0"/>
          </a:p>
        </p:txBody>
      </p:sp>
      <p:sp>
        <p:nvSpPr>
          <p:cNvPr id="132" name="Text 130"/>
          <p:cNvSpPr/>
          <p:nvPr/>
        </p:nvSpPr>
        <p:spPr>
          <a:xfrm>
            <a:off x="6309360" y="162763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0"/>
                </a:solidFill>
              </a:rPr>
              <a:t>FULL CONTROL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6419088" y="1837944"/>
            <a:ext cx="2432304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6455664" y="1837944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40"/>
                </a:solidFill>
              </a:rPr>
              <a:t>✓  Everything registered users can</a:t>
            </a:r>
            <a:endParaRPr lang="en-US" sz="1100" dirty="0"/>
          </a:p>
        </p:txBody>
      </p:sp>
      <p:sp>
        <p:nvSpPr>
          <p:cNvPr id="135" name="Shape 133"/>
          <p:cNvSpPr/>
          <p:nvPr/>
        </p:nvSpPr>
        <p:spPr>
          <a:xfrm>
            <a:off x="6419088" y="2039112"/>
            <a:ext cx="2432304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455664" y="2039112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40"/>
                </a:solidFill>
              </a:rPr>
              <a:t>✓  Manage all users</a:t>
            </a:r>
            <a:endParaRPr lang="en-US" sz="1100" dirty="0"/>
          </a:p>
        </p:txBody>
      </p:sp>
      <p:sp>
        <p:nvSpPr>
          <p:cNvPr id="137" name="Shape 135"/>
          <p:cNvSpPr/>
          <p:nvPr/>
        </p:nvSpPr>
        <p:spPr>
          <a:xfrm>
            <a:off x="6419088" y="2240280"/>
            <a:ext cx="2432304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455664" y="2240280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40"/>
                </a:solidFill>
              </a:rPr>
              <a:t>✓  Moderate all events</a:t>
            </a:r>
            <a:endParaRPr lang="en-US" sz="1100" dirty="0"/>
          </a:p>
        </p:txBody>
      </p:sp>
      <p:sp>
        <p:nvSpPr>
          <p:cNvPr id="139" name="Shape 137"/>
          <p:cNvSpPr/>
          <p:nvPr/>
        </p:nvSpPr>
        <p:spPr>
          <a:xfrm>
            <a:off x="6419088" y="2441448"/>
            <a:ext cx="2432304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6455664" y="2441448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40"/>
                </a:solidFill>
              </a:rPr>
              <a:t>✓  Delete any comment</a:t>
            </a:r>
            <a:endParaRPr lang="en-US" sz="1100" dirty="0"/>
          </a:p>
        </p:txBody>
      </p:sp>
      <p:sp>
        <p:nvSpPr>
          <p:cNvPr id="141" name="Shape 139"/>
          <p:cNvSpPr/>
          <p:nvPr/>
        </p:nvSpPr>
        <p:spPr>
          <a:xfrm>
            <a:off x="6419088" y="2642616"/>
            <a:ext cx="2432304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455664" y="2642616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40"/>
                </a:solidFill>
              </a:rPr>
              <a:t>✓  Approve/remove posters</a:t>
            </a:r>
            <a:endParaRPr lang="en-US" sz="1100" dirty="0"/>
          </a:p>
        </p:txBody>
      </p:sp>
      <p:sp>
        <p:nvSpPr>
          <p:cNvPr id="143" name="Shape 141"/>
          <p:cNvSpPr/>
          <p:nvPr/>
        </p:nvSpPr>
        <p:spPr>
          <a:xfrm>
            <a:off x="6419088" y="2843784"/>
            <a:ext cx="2432304" cy="17373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6455664" y="2843784"/>
            <a:ext cx="23774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D1B40"/>
                </a:solidFill>
              </a:rPr>
              <a:t>✓  View site-wide stats</a:t>
            </a:r>
            <a:endParaRPr lang="en-US" sz="1100" dirty="0"/>
          </a:p>
        </p:txBody>
      </p:sp>
      <p:pic>
        <p:nvPicPr>
          <p:cNvPr id="5" name="Picture 4" descr="a_clean_corporate_ux_presentation_slide_layout._ov.png">
            <a:extLst>
              <a:ext uri="{FF2B5EF4-FFF2-40B4-BE49-F238E27FC236}">
                <a16:creationId xmlns:a16="http://schemas.microsoft.com/office/drawing/2014/main" id="{1ED481FD-736F-AF68-7CD0-CBA1E4E9DC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15" b="4183"/>
          <a:stretch>
            <a:fillRect/>
          </a:stretch>
        </p:blipFill>
        <p:spPr>
          <a:xfrm>
            <a:off x="0" y="1075764"/>
            <a:ext cx="9144000" cy="38525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CB870-57F9-75DB-E420-D370BD3E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2FBE84-E2E4-FD7C-F2D1-38B740C03EC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7D7E15-A114-050B-99C9-E7855658D21E}"/>
              </a:ext>
            </a:extLst>
          </p:cNvPr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42D0AB-2A49-DB95-4B42-C8A534723730}"/>
              </a:ext>
            </a:extLst>
          </p:cNvPr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User Views : Guest vs Registered vs Admin</a:t>
            </a:r>
            <a:endParaRPr lang="en-US" sz="2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EDB2DD-7156-983F-C6D7-9150ADC1E411}"/>
              </a:ext>
            </a:extLst>
          </p:cNvPr>
          <p:cNvSpPr/>
          <p:nvPr/>
        </p:nvSpPr>
        <p:spPr>
          <a:xfrm>
            <a:off x="201168" y="1024128"/>
            <a:ext cx="265176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CEF5119-1A28-149B-4540-16F8544DD1C8}"/>
              </a:ext>
            </a:extLst>
          </p:cNvPr>
          <p:cNvSpPr/>
          <p:nvPr/>
        </p:nvSpPr>
        <p:spPr>
          <a:xfrm>
            <a:off x="292608" y="10881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1BE8FC-AF5B-FB1D-C027-ED4D85CB4338}"/>
              </a:ext>
            </a:extLst>
          </p:cNvPr>
          <p:cNvSpPr/>
          <p:nvPr/>
        </p:nvSpPr>
        <p:spPr>
          <a:xfrm>
            <a:off x="457200" y="10881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949A087-2037-1579-4CBB-B5987C052CEF}"/>
              </a:ext>
            </a:extLst>
          </p:cNvPr>
          <p:cNvSpPr/>
          <p:nvPr/>
        </p:nvSpPr>
        <p:spPr>
          <a:xfrm>
            <a:off x="621792" y="10881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8BB2D8A-2F66-7C4A-9114-E5F95A91D9E1}"/>
              </a:ext>
            </a:extLst>
          </p:cNvPr>
          <p:cNvSpPr/>
          <p:nvPr/>
        </p:nvSpPr>
        <p:spPr>
          <a:xfrm>
            <a:off x="713232" y="1069848"/>
            <a:ext cx="2011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ED179DA-4565-AAFA-22D6-674CB8BDDF62}"/>
              </a:ext>
            </a:extLst>
          </p:cNvPr>
          <p:cNvSpPr/>
          <p:nvPr/>
        </p:nvSpPr>
        <p:spPr>
          <a:xfrm>
            <a:off x="731520" y="1069848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campusconnect.ca</a:t>
            </a:r>
            <a:endParaRPr lang="en-US" sz="7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8926C61-A24A-33E8-829E-AE618BE2229D}"/>
              </a:ext>
            </a:extLst>
          </p:cNvPr>
          <p:cNvSpPr/>
          <p:nvPr/>
        </p:nvSpPr>
        <p:spPr>
          <a:xfrm>
            <a:off x="201168" y="128016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7AEED8-7E2E-F2E4-5EA0-3D7C4E774992}"/>
              </a:ext>
            </a:extLst>
          </p:cNvPr>
          <p:cNvSpPr/>
          <p:nvPr/>
        </p:nvSpPr>
        <p:spPr>
          <a:xfrm>
            <a:off x="201168" y="1280160"/>
            <a:ext cx="2651760" cy="2560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D59096-A6F5-F8C9-EDC8-7B472F1DB061}"/>
              </a:ext>
            </a:extLst>
          </p:cNvPr>
          <p:cNvSpPr/>
          <p:nvPr/>
        </p:nvSpPr>
        <p:spPr>
          <a:xfrm>
            <a:off x="274320" y="12801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CampusConnect</a:t>
            </a:r>
            <a:endParaRPr lang="en-US" sz="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CDD9FF-0464-39EC-DA82-D9366BBD838A}"/>
              </a:ext>
            </a:extLst>
          </p:cNvPr>
          <p:cNvSpPr/>
          <p:nvPr/>
        </p:nvSpPr>
        <p:spPr>
          <a:xfrm>
            <a:off x="201168" y="4261104"/>
            <a:ext cx="2651760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4F56CC-9830-7F7D-7D94-65C9239C017F}"/>
              </a:ext>
            </a:extLst>
          </p:cNvPr>
          <p:cNvSpPr/>
          <p:nvPr/>
        </p:nvSpPr>
        <p:spPr>
          <a:xfrm>
            <a:off x="201168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👤  Guest / Public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273C3D0-89AD-41F5-44D9-866A47B8D4E4}"/>
              </a:ext>
            </a:extLst>
          </p:cNvPr>
          <p:cNvSpPr/>
          <p:nvPr/>
        </p:nvSpPr>
        <p:spPr>
          <a:xfrm>
            <a:off x="310896" y="1645920"/>
            <a:ext cx="2432304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6A9E2E-4DAA-6C02-069A-A6307E60A6ED}"/>
              </a:ext>
            </a:extLst>
          </p:cNvPr>
          <p:cNvSpPr/>
          <p:nvPr/>
        </p:nvSpPr>
        <p:spPr>
          <a:xfrm>
            <a:off x="347472" y="1645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</a:rPr>
              <a:t>🔍  Search events...</a:t>
            </a:r>
            <a:endParaRPr lang="en-US" sz="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9E0FE33-A352-B63F-7F0E-007E479AD9ED}"/>
              </a:ext>
            </a:extLst>
          </p:cNvPr>
          <p:cNvSpPr/>
          <p:nvPr/>
        </p:nvSpPr>
        <p:spPr>
          <a:xfrm>
            <a:off x="310896" y="1956816"/>
            <a:ext cx="2432304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34B7A69-2309-AFE3-B8CD-EBE5F50D3ED6}"/>
              </a:ext>
            </a:extLst>
          </p:cNvPr>
          <p:cNvSpPr/>
          <p:nvPr/>
        </p:nvSpPr>
        <p:spPr>
          <a:xfrm>
            <a:off x="347472" y="19568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Category ▾</a:t>
            </a:r>
            <a:endParaRPr lang="en-US" sz="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5DAB68A-8195-9EFF-71E1-48BF699856E0}"/>
              </a:ext>
            </a:extLst>
          </p:cNvPr>
          <p:cNvSpPr/>
          <p:nvPr/>
        </p:nvSpPr>
        <p:spPr>
          <a:xfrm>
            <a:off x="310896" y="2258568"/>
            <a:ext cx="243230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68FCE79-6858-94BE-785D-664DAAC885E5}"/>
              </a:ext>
            </a:extLst>
          </p:cNvPr>
          <p:cNvSpPr/>
          <p:nvPr/>
        </p:nvSpPr>
        <p:spPr>
          <a:xfrm>
            <a:off x="310896" y="2258568"/>
            <a:ext cx="457200" cy="438912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F3A28C-236E-FDA7-5ADB-C289F8737910}"/>
              </a:ext>
            </a:extLst>
          </p:cNvPr>
          <p:cNvSpPr/>
          <p:nvPr/>
        </p:nvSpPr>
        <p:spPr>
          <a:xfrm>
            <a:off x="822960" y="23134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B40"/>
                </a:solidFill>
              </a:rPr>
              <a:t>Workshop: AI Basics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C7B9D5F-7EE4-FE47-B773-597C540D7706}"/>
              </a:ext>
            </a:extLst>
          </p:cNvPr>
          <p:cNvSpPr/>
          <p:nvPr/>
        </p:nvSpPr>
        <p:spPr>
          <a:xfrm>
            <a:off x="822960" y="2505456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A896"/>
                </a:solidFill>
              </a:rPr>
              <a:t>View Details →</a:t>
            </a:r>
            <a:endParaRPr lang="en-US" sz="7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F136ED1-0B62-FF7B-EDAA-40BAA0AF2C39}"/>
              </a:ext>
            </a:extLst>
          </p:cNvPr>
          <p:cNvSpPr/>
          <p:nvPr/>
        </p:nvSpPr>
        <p:spPr>
          <a:xfrm>
            <a:off x="310896" y="2770632"/>
            <a:ext cx="243230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D2F31BF-DF22-C829-CA79-7A0C18176A5E}"/>
              </a:ext>
            </a:extLst>
          </p:cNvPr>
          <p:cNvSpPr/>
          <p:nvPr/>
        </p:nvSpPr>
        <p:spPr>
          <a:xfrm>
            <a:off x="310896" y="2770632"/>
            <a:ext cx="457200" cy="438912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BE8120-F969-7D5C-B8E9-5E0D19ED972B}"/>
              </a:ext>
            </a:extLst>
          </p:cNvPr>
          <p:cNvSpPr/>
          <p:nvPr/>
        </p:nvSpPr>
        <p:spPr>
          <a:xfrm>
            <a:off x="822960" y="282549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B40"/>
                </a:solidFill>
              </a:rPr>
              <a:t>Hackathon 2025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B78B3C2-1CEC-2E2E-9CD3-E73B0F074765}"/>
              </a:ext>
            </a:extLst>
          </p:cNvPr>
          <p:cNvSpPr/>
          <p:nvPr/>
        </p:nvSpPr>
        <p:spPr>
          <a:xfrm>
            <a:off x="822960" y="3017520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A896"/>
                </a:solidFill>
              </a:rPr>
              <a:t>View Details →</a:t>
            </a:r>
            <a:endParaRPr lang="en-US" sz="7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EC5CADC-2976-63C9-DE54-63A8EECA9B3E}"/>
              </a:ext>
            </a:extLst>
          </p:cNvPr>
          <p:cNvSpPr/>
          <p:nvPr/>
        </p:nvSpPr>
        <p:spPr>
          <a:xfrm>
            <a:off x="310896" y="3282696"/>
            <a:ext cx="2432304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110FA2D-1206-B5C8-D6E5-7DCC877D83C3}"/>
              </a:ext>
            </a:extLst>
          </p:cNvPr>
          <p:cNvSpPr/>
          <p:nvPr/>
        </p:nvSpPr>
        <p:spPr>
          <a:xfrm>
            <a:off x="310896" y="3282696"/>
            <a:ext cx="457200" cy="438912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1C3F1930-ED1F-75EA-178F-13AC9E1C1C54}"/>
              </a:ext>
            </a:extLst>
          </p:cNvPr>
          <p:cNvSpPr/>
          <p:nvPr/>
        </p:nvSpPr>
        <p:spPr>
          <a:xfrm>
            <a:off x="822960" y="333756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B40"/>
                </a:solidFill>
              </a:rPr>
              <a:t>Cultural Night</a:t>
            </a:r>
            <a:endParaRPr lang="en-US" sz="8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BB6528E-FF6E-60C7-15EB-33747ADB9407}"/>
              </a:ext>
            </a:extLst>
          </p:cNvPr>
          <p:cNvSpPr/>
          <p:nvPr/>
        </p:nvSpPr>
        <p:spPr>
          <a:xfrm>
            <a:off x="822960" y="3529584"/>
            <a:ext cx="1901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00A896"/>
                </a:solidFill>
              </a:rPr>
              <a:t>View Details →</a:t>
            </a:r>
            <a:endParaRPr lang="en-US" sz="7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1396FFF-B964-14FC-D7E1-23A7C9260BCE}"/>
              </a:ext>
            </a:extLst>
          </p:cNvPr>
          <p:cNvSpPr/>
          <p:nvPr/>
        </p:nvSpPr>
        <p:spPr>
          <a:xfrm>
            <a:off x="310896" y="3840480"/>
            <a:ext cx="2432304" cy="228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E6C3950D-F5E5-8700-6118-88E5984F0E41}"/>
              </a:ext>
            </a:extLst>
          </p:cNvPr>
          <p:cNvSpPr/>
          <p:nvPr/>
        </p:nvSpPr>
        <p:spPr>
          <a:xfrm>
            <a:off x="310896" y="3840480"/>
            <a:ext cx="24323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400E"/>
                </a:solidFill>
              </a:rPr>
              <a:t>🔒  Login to RSVP or Create Events</a:t>
            </a:r>
            <a:endParaRPr lang="en-US" sz="75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D4481A9-C48D-C291-FE06-DD9A02C4795C}"/>
              </a:ext>
            </a:extLst>
          </p:cNvPr>
          <p:cNvSpPr/>
          <p:nvPr/>
        </p:nvSpPr>
        <p:spPr>
          <a:xfrm>
            <a:off x="3246120" y="1024128"/>
            <a:ext cx="265176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AF75C67-73E7-D922-9DAC-B080F8214943}"/>
              </a:ext>
            </a:extLst>
          </p:cNvPr>
          <p:cNvSpPr/>
          <p:nvPr/>
        </p:nvSpPr>
        <p:spPr>
          <a:xfrm>
            <a:off x="3337560" y="10881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204B0BF3-C964-0629-8C61-A9DD206AC9F2}"/>
              </a:ext>
            </a:extLst>
          </p:cNvPr>
          <p:cNvSpPr/>
          <p:nvPr/>
        </p:nvSpPr>
        <p:spPr>
          <a:xfrm>
            <a:off x="3502152" y="10881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A214845-E139-10A6-F478-4EEA2B7208F6}"/>
              </a:ext>
            </a:extLst>
          </p:cNvPr>
          <p:cNvSpPr/>
          <p:nvPr/>
        </p:nvSpPr>
        <p:spPr>
          <a:xfrm>
            <a:off x="3666744" y="10881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1F55BDDA-AF41-521C-6BDB-B150773A82F6}"/>
              </a:ext>
            </a:extLst>
          </p:cNvPr>
          <p:cNvSpPr/>
          <p:nvPr/>
        </p:nvSpPr>
        <p:spPr>
          <a:xfrm>
            <a:off x="3758184" y="1069848"/>
            <a:ext cx="2011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C8FD26E-3AAD-C4BE-0785-9950FF9D9689}"/>
              </a:ext>
            </a:extLst>
          </p:cNvPr>
          <p:cNvSpPr/>
          <p:nvPr/>
        </p:nvSpPr>
        <p:spPr>
          <a:xfrm>
            <a:off x="3776472" y="1069848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campusconnect.ca</a:t>
            </a:r>
            <a:endParaRPr lang="en-US" sz="70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7F9E22F-DFA1-BFEB-4B05-CB3919519D6C}"/>
              </a:ext>
            </a:extLst>
          </p:cNvPr>
          <p:cNvSpPr/>
          <p:nvPr/>
        </p:nvSpPr>
        <p:spPr>
          <a:xfrm>
            <a:off x="3246120" y="128016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95FA69E2-ECA5-1E44-FCA4-A1C47442C313}"/>
              </a:ext>
            </a:extLst>
          </p:cNvPr>
          <p:cNvSpPr/>
          <p:nvPr/>
        </p:nvSpPr>
        <p:spPr>
          <a:xfrm>
            <a:off x="3246120" y="1280160"/>
            <a:ext cx="2651760" cy="2560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97F3F781-8E04-3383-FD21-B419F8DFC07E}"/>
              </a:ext>
            </a:extLst>
          </p:cNvPr>
          <p:cNvSpPr/>
          <p:nvPr/>
        </p:nvSpPr>
        <p:spPr>
          <a:xfrm>
            <a:off x="3319272" y="12801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CampusConnect</a:t>
            </a:r>
            <a:endParaRPr lang="en-US" sz="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3584F2B5-BCF3-D625-CD3B-6003C693F8A0}"/>
              </a:ext>
            </a:extLst>
          </p:cNvPr>
          <p:cNvSpPr/>
          <p:nvPr/>
        </p:nvSpPr>
        <p:spPr>
          <a:xfrm>
            <a:off x="3246120" y="4261104"/>
            <a:ext cx="265176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B536598-0F72-9115-AEC9-59C438F37583}"/>
              </a:ext>
            </a:extLst>
          </p:cNvPr>
          <p:cNvSpPr/>
          <p:nvPr/>
        </p:nvSpPr>
        <p:spPr>
          <a:xfrm>
            <a:off x="3246120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Registered User</a:t>
            </a:r>
            <a:endParaRPr lang="en-US" sz="10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7F66FDF7-9AC0-96BA-FC64-73855E8EFC4A}"/>
              </a:ext>
            </a:extLst>
          </p:cNvPr>
          <p:cNvSpPr/>
          <p:nvPr/>
        </p:nvSpPr>
        <p:spPr>
          <a:xfrm>
            <a:off x="5166360" y="128016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A896"/>
                </a:solidFill>
              </a:rPr>
              <a:t>Hi, Hemit ▾</a:t>
            </a:r>
            <a:endParaRPr lang="en-US" sz="7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AAF09E64-C171-FDA2-0689-8A0DFAB360D4}"/>
              </a:ext>
            </a:extLst>
          </p:cNvPr>
          <p:cNvSpPr/>
          <p:nvPr/>
        </p:nvSpPr>
        <p:spPr>
          <a:xfrm>
            <a:off x="3355848" y="1645920"/>
            <a:ext cx="2432304" cy="256032"/>
          </a:xfrm>
          <a:prstGeom prst="rect">
            <a:avLst/>
          </a:prstGeom>
          <a:solidFill>
            <a:srgbClr val="F3F4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9821F784-5653-5A43-8B18-35713448C8EC}"/>
              </a:ext>
            </a:extLst>
          </p:cNvPr>
          <p:cNvSpPr/>
          <p:nvPr/>
        </p:nvSpPr>
        <p:spPr>
          <a:xfrm>
            <a:off x="3392424" y="16459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CA3AF"/>
                </a:solidFill>
              </a:rPr>
              <a:t>🔍  Search events...</a:t>
            </a:r>
            <a:endParaRPr lang="en-US" sz="8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58D8421F-DD7E-D55E-8BBD-C96B775239E7}"/>
              </a:ext>
            </a:extLst>
          </p:cNvPr>
          <p:cNvSpPr/>
          <p:nvPr/>
        </p:nvSpPr>
        <p:spPr>
          <a:xfrm>
            <a:off x="3355848" y="1956816"/>
            <a:ext cx="2432304" cy="219456"/>
          </a:xfrm>
          <a:prstGeom prst="rect">
            <a:avLst/>
          </a:prstGeom>
          <a:solidFill>
            <a:srgbClr val="F3F4F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03EB00A6-AA07-8C81-C233-7E9BE3F3884B}"/>
              </a:ext>
            </a:extLst>
          </p:cNvPr>
          <p:cNvSpPr/>
          <p:nvPr/>
        </p:nvSpPr>
        <p:spPr>
          <a:xfrm>
            <a:off x="3392424" y="1956816"/>
            <a:ext cx="2377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</a:rPr>
              <a:t>Category ▾</a:t>
            </a:r>
            <a:endParaRPr lang="en-US" sz="80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F74BE61E-CEED-6EEF-DF14-031A339B755C}"/>
              </a:ext>
            </a:extLst>
          </p:cNvPr>
          <p:cNvSpPr/>
          <p:nvPr/>
        </p:nvSpPr>
        <p:spPr>
          <a:xfrm>
            <a:off x="3355848" y="2249424"/>
            <a:ext cx="2432304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1C62671B-158F-AF63-3DF7-E5A45A9F4DBC}"/>
              </a:ext>
            </a:extLst>
          </p:cNvPr>
          <p:cNvSpPr/>
          <p:nvPr/>
        </p:nvSpPr>
        <p:spPr>
          <a:xfrm>
            <a:off x="3355848" y="22494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+ Create Event</a:t>
            </a:r>
            <a:endParaRPr lang="en-US" sz="90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6E1D94C-5E8D-1F17-D8CC-D14BB9A53D0E}"/>
              </a:ext>
            </a:extLst>
          </p:cNvPr>
          <p:cNvSpPr/>
          <p:nvPr/>
        </p:nvSpPr>
        <p:spPr>
          <a:xfrm>
            <a:off x="3355848" y="2578608"/>
            <a:ext cx="2432304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245EF1DD-3519-1667-DB8B-EB2A8F6608FF}"/>
              </a:ext>
            </a:extLst>
          </p:cNvPr>
          <p:cNvSpPr/>
          <p:nvPr/>
        </p:nvSpPr>
        <p:spPr>
          <a:xfrm>
            <a:off x="3355848" y="2578608"/>
            <a:ext cx="457200" cy="566928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AFC4C62-53C1-FEB5-014F-A52353511373}"/>
              </a:ext>
            </a:extLst>
          </p:cNvPr>
          <p:cNvSpPr/>
          <p:nvPr/>
        </p:nvSpPr>
        <p:spPr>
          <a:xfrm>
            <a:off x="3867912" y="26334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B40"/>
                </a:solidFill>
              </a:rPr>
              <a:t>Workshop: AI Basics</a:t>
            </a:r>
            <a:endParaRPr lang="en-US" sz="8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B21F788E-79A9-62DE-23DD-93EF25BA825A}"/>
              </a:ext>
            </a:extLst>
          </p:cNvPr>
          <p:cNvSpPr/>
          <p:nvPr/>
        </p:nvSpPr>
        <p:spPr>
          <a:xfrm>
            <a:off x="3867912" y="2834640"/>
            <a:ext cx="594360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39011238-9349-6279-443E-1BD173C38DDA}"/>
              </a:ext>
            </a:extLst>
          </p:cNvPr>
          <p:cNvSpPr/>
          <p:nvPr/>
        </p:nvSpPr>
        <p:spPr>
          <a:xfrm>
            <a:off x="3867912" y="28346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RSVP</a:t>
            </a:r>
            <a:endParaRPr lang="en-US" sz="7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51D6DFB3-177D-B4E6-C50A-D2F5E0FD0CBF}"/>
              </a:ext>
            </a:extLst>
          </p:cNvPr>
          <p:cNvSpPr/>
          <p:nvPr/>
        </p:nvSpPr>
        <p:spPr>
          <a:xfrm>
            <a:off x="4526280" y="2834640"/>
            <a:ext cx="594360" cy="164592"/>
          </a:xfrm>
          <a:prstGeom prst="rect">
            <a:avLst/>
          </a:prstGeom>
          <a:solidFill>
            <a:srgbClr val="F0FD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D12933B7-5A8F-07AA-03D9-16EF02EC8989}"/>
              </a:ext>
            </a:extLst>
          </p:cNvPr>
          <p:cNvSpPr/>
          <p:nvPr/>
        </p:nvSpPr>
        <p:spPr>
          <a:xfrm>
            <a:off x="4526280" y="283464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8090"/>
                </a:solidFill>
              </a:rPr>
              <a:t>★ Save</a:t>
            </a:r>
            <a:endParaRPr lang="en-US" sz="7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997D8506-7E4D-CE33-B643-AC46742655DD}"/>
              </a:ext>
            </a:extLst>
          </p:cNvPr>
          <p:cNvSpPr/>
          <p:nvPr/>
        </p:nvSpPr>
        <p:spPr>
          <a:xfrm>
            <a:off x="3355848" y="3218688"/>
            <a:ext cx="2432304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6E8CC86-2CE1-49C3-12B8-6FB173D4DA24}"/>
              </a:ext>
            </a:extLst>
          </p:cNvPr>
          <p:cNvSpPr/>
          <p:nvPr/>
        </p:nvSpPr>
        <p:spPr>
          <a:xfrm>
            <a:off x="3355848" y="3218688"/>
            <a:ext cx="457200" cy="566928"/>
          </a:xfrm>
          <a:prstGeom prst="rect">
            <a:avLst/>
          </a:prstGeom>
          <a:solidFill>
            <a:srgbClr val="00A896">
              <a:alpha val="70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3E53E87E-8F2B-400D-BDD9-A8FE04432CEA}"/>
              </a:ext>
            </a:extLst>
          </p:cNvPr>
          <p:cNvSpPr/>
          <p:nvPr/>
        </p:nvSpPr>
        <p:spPr>
          <a:xfrm>
            <a:off x="3867912" y="327355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B40"/>
                </a:solidFill>
              </a:rPr>
              <a:t>Hackathon 2025</a:t>
            </a:r>
            <a:endParaRPr lang="en-US" sz="80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62A2A667-8D65-8570-66B2-8C2AD06272CB}"/>
              </a:ext>
            </a:extLst>
          </p:cNvPr>
          <p:cNvSpPr/>
          <p:nvPr/>
        </p:nvSpPr>
        <p:spPr>
          <a:xfrm>
            <a:off x="3867912" y="3474720"/>
            <a:ext cx="594360" cy="1645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FA2C525C-4E5A-B50D-ECE7-05ACCF9ACA56}"/>
              </a:ext>
            </a:extLst>
          </p:cNvPr>
          <p:cNvSpPr/>
          <p:nvPr/>
        </p:nvSpPr>
        <p:spPr>
          <a:xfrm>
            <a:off x="3867912" y="34747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RSVP</a:t>
            </a:r>
            <a:endParaRPr lang="en-US" sz="700" dirty="0"/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302A242D-83B0-EAC9-091D-CC0F459520A7}"/>
              </a:ext>
            </a:extLst>
          </p:cNvPr>
          <p:cNvSpPr/>
          <p:nvPr/>
        </p:nvSpPr>
        <p:spPr>
          <a:xfrm>
            <a:off x="4526280" y="3474720"/>
            <a:ext cx="594360" cy="164592"/>
          </a:xfrm>
          <a:prstGeom prst="rect">
            <a:avLst/>
          </a:prstGeom>
          <a:solidFill>
            <a:srgbClr val="F0FDFB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81738173-E1DC-C838-D168-CD3118CB984E}"/>
              </a:ext>
            </a:extLst>
          </p:cNvPr>
          <p:cNvSpPr/>
          <p:nvPr/>
        </p:nvSpPr>
        <p:spPr>
          <a:xfrm>
            <a:off x="4526280" y="347472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28090"/>
                </a:solidFill>
              </a:rPr>
              <a:t>★ Save</a:t>
            </a:r>
            <a:endParaRPr lang="en-US" sz="70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55EDAFBD-E187-58E9-A50B-C443B6BBBB1A}"/>
              </a:ext>
            </a:extLst>
          </p:cNvPr>
          <p:cNvSpPr/>
          <p:nvPr/>
        </p:nvSpPr>
        <p:spPr>
          <a:xfrm>
            <a:off x="6291072" y="1024128"/>
            <a:ext cx="2651760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705B630A-4C7E-B1C0-11FB-0E76B7575A55}"/>
              </a:ext>
            </a:extLst>
          </p:cNvPr>
          <p:cNvSpPr/>
          <p:nvPr/>
        </p:nvSpPr>
        <p:spPr>
          <a:xfrm>
            <a:off x="6382512" y="1088136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F07A9DEA-BE26-2BF2-8C0D-6785B6BD0E46}"/>
              </a:ext>
            </a:extLst>
          </p:cNvPr>
          <p:cNvSpPr/>
          <p:nvPr/>
        </p:nvSpPr>
        <p:spPr>
          <a:xfrm>
            <a:off x="6547104" y="108813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DFF0C4AA-88A1-19E3-58CB-812832A88041}"/>
              </a:ext>
            </a:extLst>
          </p:cNvPr>
          <p:cNvSpPr/>
          <p:nvPr/>
        </p:nvSpPr>
        <p:spPr>
          <a:xfrm>
            <a:off x="6711696" y="108813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EB7EE8D0-BA3F-CCF0-E1F0-81D65F242880}"/>
              </a:ext>
            </a:extLst>
          </p:cNvPr>
          <p:cNvSpPr/>
          <p:nvPr/>
        </p:nvSpPr>
        <p:spPr>
          <a:xfrm>
            <a:off x="6803136" y="1069848"/>
            <a:ext cx="20116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EE67D30C-8F5F-92E1-5D10-4CF0216B1140}"/>
              </a:ext>
            </a:extLst>
          </p:cNvPr>
          <p:cNvSpPr/>
          <p:nvPr/>
        </p:nvSpPr>
        <p:spPr>
          <a:xfrm>
            <a:off x="6821424" y="1069848"/>
            <a:ext cx="1975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64748B"/>
                </a:solidFill>
              </a:rPr>
              <a:t>campusconnect.ca</a:t>
            </a:r>
            <a:endParaRPr lang="en-US" sz="70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8868FD67-C2DD-B95E-2906-1BC8326D3D54}"/>
              </a:ext>
            </a:extLst>
          </p:cNvPr>
          <p:cNvSpPr/>
          <p:nvPr/>
        </p:nvSpPr>
        <p:spPr>
          <a:xfrm>
            <a:off x="6291072" y="1280160"/>
            <a:ext cx="265176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C92D8CB9-E398-61CB-3665-D27F0393FBFE}"/>
              </a:ext>
            </a:extLst>
          </p:cNvPr>
          <p:cNvSpPr/>
          <p:nvPr/>
        </p:nvSpPr>
        <p:spPr>
          <a:xfrm>
            <a:off x="6291072" y="1280160"/>
            <a:ext cx="2651760" cy="2560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FE78A2A1-7018-505B-C32C-CFD94B22DD8B}"/>
              </a:ext>
            </a:extLst>
          </p:cNvPr>
          <p:cNvSpPr/>
          <p:nvPr/>
        </p:nvSpPr>
        <p:spPr>
          <a:xfrm>
            <a:off x="6364224" y="128016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</a:rPr>
              <a:t>CampusConnect</a:t>
            </a:r>
            <a:endParaRPr lang="en-US" sz="800" dirty="0"/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A364DCC9-07AC-3413-0A9B-9B578174356B}"/>
              </a:ext>
            </a:extLst>
          </p:cNvPr>
          <p:cNvSpPr/>
          <p:nvPr/>
        </p:nvSpPr>
        <p:spPr>
          <a:xfrm>
            <a:off x="6291072" y="4261104"/>
            <a:ext cx="2651760" cy="2743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D603EE7A-6B06-AA6F-1FAD-493ED585C649}"/>
              </a:ext>
            </a:extLst>
          </p:cNvPr>
          <p:cNvSpPr/>
          <p:nvPr/>
        </p:nvSpPr>
        <p:spPr>
          <a:xfrm>
            <a:off x="6291072" y="42611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🛡️  Administrator</a:t>
            </a:r>
            <a:endParaRPr lang="en-US" sz="100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6F34465F-51E3-D451-3CB3-D232E16C6B09}"/>
              </a:ext>
            </a:extLst>
          </p:cNvPr>
          <p:cNvSpPr/>
          <p:nvPr/>
        </p:nvSpPr>
        <p:spPr>
          <a:xfrm>
            <a:off x="8028432" y="12801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CD34D"/>
                </a:solidFill>
              </a:rPr>
              <a:t>Admin Panel ▾</a:t>
            </a:r>
            <a:endParaRPr lang="en-US" sz="75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F91150BD-C385-0CAB-45E2-AB67EE793FDD}"/>
              </a:ext>
            </a:extLst>
          </p:cNvPr>
          <p:cNvSpPr/>
          <p:nvPr/>
        </p:nvSpPr>
        <p:spPr>
          <a:xfrm>
            <a:off x="6291072" y="1536192"/>
            <a:ext cx="685800" cy="2688336"/>
          </a:xfrm>
          <a:prstGeom prst="rect">
            <a:avLst/>
          </a:prstGeom>
          <a:solidFill>
            <a:srgbClr val="0F2555"/>
          </a:solidFill>
          <a:ln w="12700">
            <a:solidFill>
              <a:srgbClr val="0F2555"/>
            </a:solidFill>
            <a:prstDash val="solid"/>
          </a:ln>
        </p:spPr>
      </p:sp>
      <p:sp>
        <p:nvSpPr>
          <p:cNvPr id="101" name="Shape 99">
            <a:extLst>
              <a:ext uri="{FF2B5EF4-FFF2-40B4-BE49-F238E27FC236}">
                <a16:creationId xmlns:a16="http://schemas.microsoft.com/office/drawing/2014/main" id="{CDA9C3A5-5A6C-A367-8FB2-68C56705DD24}"/>
              </a:ext>
            </a:extLst>
          </p:cNvPr>
          <p:cNvSpPr/>
          <p:nvPr/>
        </p:nvSpPr>
        <p:spPr>
          <a:xfrm>
            <a:off x="6291072" y="1618488"/>
            <a:ext cx="685800" cy="42062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C910C33D-F9AF-D37B-1224-1ABECA44E658}"/>
              </a:ext>
            </a:extLst>
          </p:cNvPr>
          <p:cNvSpPr/>
          <p:nvPr/>
        </p:nvSpPr>
        <p:spPr>
          <a:xfrm>
            <a:off x="6309360" y="1618488"/>
            <a:ext cx="649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Users</a:t>
            </a:r>
            <a:endParaRPr lang="en-US" sz="800" dirty="0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7DEC2622-110F-86CE-7294-4FC0CBF570D4}"/>
              </a:ext>
            </a:extLst>
          </p:cNvPr>
          <p:cNvSpPr/>
          <p:nvPr/>
        </p:nvSpPr>
        <p:spPr>
          <a:xfrm>
            <a:off x="6309360" y="2148840"/>
            <a:ext cx="649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AFC4"/>
                </a:solidFill>
              </a:rPr>
              <a:t>Events</a:t>
            </a:r>
            <a:endParaRPr lang="en-US" sz="80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1DC14C56-D0B3-AD1C-6B52-061FA8E07BFA}"/>
              </a:ext>
            </a:extLst>
          </p:cNvPr>
          <p:cNvSpPr/>
          <p:nvPr/>
        </p:nvSpPr>
        <p:spPr>
          <a:xfrm>
            <a:off x="6309360" y="2679192"/>
            <a:ext cx="649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AFC4"/>
                </a:solidFill>
              </a:rPr>
              <a:t>Comments</a:t>
            </a:r>
            <a:endParaRPr lang="en-US" sz="800" dirty="0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C01EAD38-2706-1FCC-2C8F-79B7D1D6EF51}"/>
              </a:ext>
            </a:extLst>
          </p:cNvPr>
          <p:cNvSpPr/>
          <p:nvPr/>
        </p:nvSpPr>
        <p:spPr>
          <a:xfrm>
            <a:off x="6309360" y="3209544"/>
            <a:ext cx="649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EAFC4"/>
                </a:solidFill>
              </a:rPr>
              <a:t>Posters</a:t>
            </a:r>
            <a:endParaRPr lang="en-US" sz="800" dirty="0"/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C1832A8F-7C17-20D8-8776-426CC89A818C}"/>
              </a:ext>
            </a:extLst>
          </p:cNvPr>
          <p:cNvSpPr/>
          <p:nvPr/>
        </p:nvSpPr>
        <p:spPr>
          <a:xfrm>
            <a:off x="7040880" y="159105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1B40"/>
                </a:solidFill>
              </a:rPr>
              <a:t>Manage Users</a:t>
            </a:r>
            <a:endParaRPr lang="en-US" sz="900" dirty="0"/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5E61CCEC-2553-85AF-39D3-60671AB634F4}"/>
              </a:ext>
            </a:extLst>
          </p:cNvPr>
          <p:cNvSpPr/>
          <p:nvPr/>
        </p:nvSpPr>
        <p:spPr>
          <a:xfrm>
            <a:off x="7040880" y="1847088"/>
            <a:ext cx="1792224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>
            <a:extLst>
              <a:ext uri="{FF2B5EF4-FFF2-40B4-BE49-F238E27FC236}">
                <a16:creationId xmlns:a16="http://schemas.microsoft.com/office/drawing/2014/main" id="{543CB4B3-7830-311F-A699-BBA51ED5866A}"/>
              </a:ext>
            </a:extLst>
          </p:cNvPr>
          <p:cNvSpPr/>
          <p:nvPr/>
        </p:nvSpPr>
        <p:spPr>
          <a:xfrm>
            <a:off x="7114032" y="19019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E293B"/>
                </a:solidFill>
              </a:rPr>
              <a:t>alice@uwindsor.ca</a:t>
            </a:r>
            <a:endParaRPr lang="en-US" sz="700" dirty="0"/>
          </a:p>
        </p:txBody>
      </p:sp>
      <p:sp>
        <p:nvSpPr>
          <p:cNvPr id="109" name="Shape 107">
            <a:extLst>
              <a:ext uri="{FF2B5EF4-FFF2-40B4-BE49-F238E27FC236}">
                <a16:creationId xmlns:a16="http://schemas.microsoft.com/office/drawing/2014/main" id="{722F6DF8-CA2F-AA1A-7044-E6AD56AD08B1}"/>
              </a:ext>
            </a:extLst>
          </p:cNvPr>
          <p:cNvSpPr/>
          <p:nvPr/>
        </p:nvSpPr>
        <p:spPr>
          <a:xfrm>
            <a:off x="7114032" y="2066544"/>
            <a:ext cx="347472" cy="1280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0" name="Text 108">
            <a:extLst>
              <a:ext uri="{FF2B5EF4-FFF2-40B4-BE49-F238E27FC236}">
                <a16:creationId xmlns:a16="http://schemas.microsoft.com/office/drawing/2014/main" id="{BC20ECBC-D1FD-77A6-3219-5D68751A7D64}"/>
              </a:ext>
            </a:extLst>
          </p:cNvPr>
          <p:cNvSpPr/>
          <p:nvPr/>
        </p:nvSpPr>
        <p:spPr>
          <a:xfrm>
            <a:off x="7114032" y="206654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Edit</a:t>
            </a:r>
            <a:endParaRPr lang="en-US" sz="650" dirty="0"/>
          </a:p>
        </p:txBody>
      </p:sp>
      <p:sp>
        <p:nvSpPr>
          <p:cNvPr id="111" name="Shape 109">
            <a:extLst>
              <a:ext uri="{FF2B5EF4-FFF2-40B4-BE49-F238E27FC236}">
                <a16:creationId xmlns:a16="http://schemas.microsoft.com/office/drawing/2014/main" id="{EA1C56EE-2E3B-E6F8-3BA7-85B90673773F}"/>
              </a:ext>
            </a:extLst>
          </p:cNvPr>
          <p:cNvSpPr/>
          <p:nvPr/>
        </p:nvSpPr>
        <p:spPr>
          <a:xfrm>
            <a:off x="7516368" y="2066544"/>
            <a:ext cx="347472" cy="12801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2" name="Text 110">
            <a:extLst>
              <a:ext uri="{FF2B5EF4-FFF2-40B4-BE49-F238E27FC236}">
                <a16:creationId xmlns:a16="http://schemas.microsoft.com/office/drawing/2014/main" id="{A7583A1C-6699-36B0-C799-9417B03F47B1}"/>
              </a:ext>
            </a:extLst>
          </p:cNvPr>
          <p:cNvSpPr/>
          <p:nvPr/>
        </p:nvSpPr>
        <p:spPr>
          <a:xfrm>
            <a:off x="7516368" y="2066544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</a:rPr>
              <a:t>Delete</a:t>
            </a:r>
            <a:endParaRPr lang="en-US" sz="650" dirty="0"/>
          </a:p>
        </p:txBody>
      </p:sp>
      <p:sp>
        <p:nvSpPr>
          <p:cNvPr id="113" name="Shape 111">
            <a:extLst>
              <a:ext uri="{FF2B5EF4-FFF2-40B4-BE49-F238E27FC236}">
                <a16:creationId xmlns:a16="http://schemas.microsoft.com/office/drawing/2014/main" id="{A46987DA-2811-1334-D009-0F55BB6076E7}"/>
              </a:ext>
            </a:extLst>
          </p:cNvPr>
          <p:cNvSpPr/>
          <p:nvPr/>
        </p:nvSpPr>
        <p:spPr>
          <a:xfrm>
            <a:off x="7040880" y="2322576"/>
            <a:ext cx="1792224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>
            <a:extLst>
              <a:ext uri="{FF2B5EF4-FFF2-40B4-BE49-F238E27FC236}">
                <a16:creationId xmlns:a16="http://schemas.microsoft.com/office/drawing/2014/main" id="{AFECC452-B613-FAA0-B853-8783F2E6B351}"/>
              </a:ext>
            </a:extLst>
          </p:cNvPr>
          <p:cNvSpPr/>
          <p:nvPr/>
        </p:nvSpPr>
        <p:spPr>
          <a:xfrm>
            <a:off x="7114032" y="2377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E293B"/>
                </a:solidFill>
              </a:rPr>
              <a:t>bob@uwindsor.ca</a:t>
            </a:r>
            <a:endParaRPr lang="en-US" sz="700" dirty="0"/>
          </a:p>
        </p:txBody>
      </p:sp>
      <p:sp>
        <p:nvSpPr>
          <p:cNvPr id="115" name="Shape 113">
            <a:extLst>
              <a:ext uri="{FF2B5EF4-FFF2-40B4-BE49-F238E27FC236}">
                <a16:creationId xmlns:a16="http://schemas.microsoft.com/office/drawing/2014/main" id="{7813F9F5-1467-9F9A-CDEC-0016F309DBF2}"/>
              </a:ext>
            </a:extLst>
          </p:cNvPr>
          <p:cNvSpPr/>
          <p:nvPr/>
        </p:nvSpPr>
        <p:spPr>
          <a:xfrm>
            <a:off x="7114032" y="2542032"/>
            <a:ext cx="347472" cy="1280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182AFDEE-0C6C-6EF5-7D6D-14A6BC5BD68D}"/>
              </a:ext>
            </a:extLst>
          </p:cNvPr>
          <p:cNvSpPr/>
          <p:nvPr/>
        </p:nvSpPr>
        <p:spPr>
          <a:xfrm>
            <a:off x="7114032" y="25420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Edit</a:t>
            </a:r>
            <a:endParaRPr lang="en-US" sz="650" dirty="0"/>
          </a:p>
        </p:txBody>
      </p:sp>
      <p:sp>
        <p:nvSpPr>
          <p:cNvPr id="117" name="Shape 115">
            <a:extLst>
              <a:ext uri="{FF2B5EF4-FFF2-40B4-BE49-F238E27FC236}">
                <a16:creationId xmlns:a16="http://schemas.microsoft.com/office/drawing/2014/main" id="{B31653EA-F3CE-6654-B2E2-60DCBEA5AF91}"/>
              </a:ext>
            </a:extLst>
          </p:cNvPr>
          <p:cNvSpPr/>
          <p:nvPr/>
        </p:nvSpPr>
        <p:spPr>
          <a:xfrm>
            <a:off x="7516368" y="2542032"/>
            <a:ext cx="347472" cy="12801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8" name="Text 116">
            <a:extLst>
              <a:ext uri="{FF2B5EF4-FFF2-40B4-BE49-F238E27FC236}">
                <a16:creationId xmlns:a16="http://schemas.microsoft.com/office/drawing/2014/main" id="{0182ADD3-FC4A-E774-18EB-98B5152F2BF0}"/>
              </a:ext>
            </a:extLst>
          </p:cNvPr>
          <p:cNvSpPr/>
          <p:nvPr/>
        </p:nvSpPr>
        <p:spPr>
          <a:xfrm>
            <a:off x="7516368" y="254203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</a:rPr>
              <a:t>Delete</a:t>
            </a:r>
            <a:endParaRPr lang="en-US" sz="650" dirty="0"/>
          </a:p>
        </p:txBody>
      </p:sp>
      <p:sp>
        <p:nvSpPr>
          <p:cNvPr id="119" name="Shape 117">
            <a:extLst>
              <a:ext uri="{FF2B5EF4-FFF2-40B4-BE49-F238E27FC236}">
                <a16:creationId xmlns:a16="http://schemas.microsoft.com/office/drawing/2014/main" id="{F87ADC9F-19BC-4CFA-2338-5D46B7E0F74A}"/>
              </a:ext>
            </a:extLst>
          </p:cNvPr>
          <p:cNvSpPr/>
          <p:nvPr/>
        </p:nvSpPr>
        <p:spPr>
          <a:xfrm>
            <a:off x="7040880" y="2798064"/>
            <a:ext cx="1792224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>
            <a:extLst>
              <a:ext uri="{FF2B5EF4-FFF2-40B4-BE49-F238E27FC236}">
                <a16:creationId xmlns:a16="http://schemas.microsoft.com/office/drawing/2014/main" id="{24D61DB8-93EB-6DAC-B74F-3BD02F2461F5}"/>
              </a:ext>
            </a:extLst>
          </p:cNvPr>
          <p:cNvSpPr/>
          <p:nvPr/>
        </p:nvSpPr>
        <p:spPr>
          <a:xfrm>
            <a:off x="7114032" y="28529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E293B"/>
                </a:solidFill>
              </a:rPr>
              <a:t>carol@uwindsor.ca</a:t>
            </a:r>
            <a:endParaRPr lang="en-US" sz="700" dirty="0"/>
          </a:p>
        </p:txBody>
      </p:sp>
      <p:sp>
        <p:nvSpPr>
          <p:cNvPr id="121" name="Shape 119">
            <a:extLst>
              <a:ext uri="{FF2B5EF4-FFF2-40B4-BE49-F238E27FC236}">
                <a16:creationId xmlns:a16="http://schemas.microsoft.com/office/drawing/2014/main" id="{FA65EB2B-268B-CECB-93BB-28AEF9EAAE63}"/>
              </a:ext>
            </a:extLst>
          </p:cNvPr>
          <p:cNvSpPr/>
          <p:nvPr/>
        </p:nvSpPr>
        <p:spPr>
          <a:xfrm>
            <a:off x="7114032" y="3017520"/>
            <a:ext cx="347472" cy="12801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2" name="Text 120">
            <a:extLst>
              <a:ext uri="{FF2B5EF4-FFF2-40B4-BE49-F238E27FC236}">
                <a16:creationId xmlns:a16="http://schemas.microsoft.com/office/drawing/2014/main" id="{1CFD7113-C2CD-A0D7-07BA-8AA8E385F942}"/>
              </a:ext>
            </a:extLst>
          </p:cNvPr>
          <p:cNvSpPr/>
          <p:nvPr/>
        </p:nvSpPr>
        <p:spPr>
          <a:xfrm>
            <a:off x="7114032" y="30175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Edit</a:t>
            </a:r>
            <a:endParaRPr lang="en-US" sz="650" dirty="0"/>
          </a:p>
        </p:txBody>
      </p:sp>
      <p:sp>
        <p:nvSpPr>
          <p:cNvPr id="123" name="Shape 121">
            <a:extLst>
              <a:ext uri="{FF2B5EF4-FFF2-40B4-BE49-F238E27FC236}">
                <a16:creationId xmlns:a16="http://schemas.microsoft.com/office/drawing/2014/main" id="{28A7A545-107F-A878-BF51-FD599DD010D1}"/>
              </a:ext>
            </a:extLst>
          </p:cNvPr>
          <p:cNvSpPr/>
          <p:nvPr/>
        </p:nvSpPr>
        <p:spPr>
          <a:xfrm>
            <a:off x="7516368" y="3017520"/>
            <a:ext cx="347472" cy="128016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4" name="Text 122">
            <a:extLst>
              <a:ext uri="{FF2B5EF4-FFF2-40B4-BE49-F238E27FC236}">
                <a16:creationId xmlns:a16="http://schemas.microsoft.com/office/drawing/2014/main" id="{4358F036-F0D4-D7D4-CD0B-CBA3417879AE}"/>
              </a:ext>
            </a:extLst>
          </p:cNvPr>
          <p:cNvSpPr/>
          <p:nvPr/>
        </p:nvSpPr>
        <p:spPr>
          <a:xfrm>
            <a:off x="7516368" y="301752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DC2626"/>
                </a:solidFill>
              </a:rPr>
              <a:t>Delete</a:t>
            </a:r>
            <a:endParaRPr lang="en-US" sz="650" dirty="0"/>
          </a:p>
        </p:txBody>
      </p:sp>
      <p:sp>
        <p:nvSpPr>
          <p:cNvPr id="125" name="Shape 123">
            <a:extLst>
              <a:ext uri="{FF2B5EF4-FFF2-40B4-BE49-F238E27FC236}">
                <a16:creationId xmlns:a16="http://schemas.microsoft.com/office/drawing/2014/main" id="{1B6D8389-08A4-FECC-2B03-A2BA11233585}"/>
              </a:ext>
            </a:extLst>
          </p:cNvPr>
          <p:cNvSpPr/>
          <p:nvPr/>
        </p:nvSpPr>
        <p:spPr>
          <a:xfrm>
            <a:off x="7040880" y="3383280"/>
            <a:ext cx="1792224" cy="640080"/>
          </a:xfrm>
          <a:prstGeom prst="rect">
            <a:avLst/>
          </a:prstGeom>
          <a:solidFill>
            <a:srgbClr val="0D1B40"/>
          </a:solidFill>
          <a:ln w="12700">
            <a:solidFill>
              <a:srgbClr val="1E3A6A"/>
            </a:solidFill>
            <a:prstDash val="solid"/>
          </a:ln>
        </p:spPr>
      </p:sp>
      <p:sp>
        <p:nvSpPr>
          <p:cNvPr id="126" name="Text 124">
            <a:extLst>
              <a:ext uri="{FF2B5EF4-FFF2-40B4-BE49-F238E27FC236}">
                <a16:creationId xmlns:a16="http://schemas.microsoft.com/office/drawing/2014/main" id="{DF5EBCC1-7B5A-2493-FA5D-47D02B87833B}"/>
              </a:ext>
            </a:extLst>
          </p:cNvPr>
          <p:cNvSpPr/>
          <p:nvPr/>
        </p:nvSpPr>
        <p:spPr>
          <a:xfrm>
            <a:off x="7114032" y="3438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42</a:t>
            </a:r>
            <a:endParaRPr lang="en-US" sz="1400" dirty="0"/>
          </a:p>
        </p:txBody>
      </p:sp>
      <p:sp>
        <p:nvSpPr>
          <p:cNvPr id="127" name="Text 125">
            <a:extLst>
              <a:ext uri="{FF2B5EF4-FFF2-40B4-BE49-F238E27FC236}">
                <a16:creationId xmlns:a16="http://schemas.microsoft.com/office/drawing/2014/main" id="{17836D90-9898-171B-9CFB-EA7FF9ADE59B}"/>
              </a:ext>
            </a:extLst>
          </p:cNvPr>
          <p:cNvSpPr/>
          <p:nvPr/>
        </p:nvSpPr>
        <p:spPr>
          <a:xfrm>
            <a:off x="7114032" y="37124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AFC4"/>
                </a:solidFill>
              </a:rPr>
              <a:t>Users</a:t>
            </a:r>
            <a:endParaRPr lang="en-US" sz="700" dirty="0"/>
          </a:p>
        </p:txBody>
      </p:sp>
      <p:sp>
        <p:nvSpPr>
          <p:cNvPr id="128" name="Text 126">
            <a:extLst>
              <a:ext uri="{FF2B5EF4-FFF2-40B4-BE49-F238E27FC236}">
                <a16:creationId xmlns:a16="http://schemas.microsoft.com/office/drawing/2014/main" id="{A88AFF2C-DC38-09A8-D7DB-092E8EAC56D4}"/>
              </a:ext>
            </a:extLst>
          </p:cNvPr>
          <p:cNvSpPr/>
          <p:nvPr/>
        </p:nvSpPr>
        <p:spPr>
          <a:xfrm>
            <a:off x="7708392" y="3438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18</a:t>
            </a:r>
            <a:endParaRPr lang="en-US" sz="1400" dirty="0"/>
          </a:p>
        </p:txBody>
      </p:sp>
      <p:sp>
        <p:nvSpPr>
          <p:cNvPr id="129" name="Text 127">
            <a:extLst>
              <a:ext uri="{FF2B5EF4-FFF2-40B4-BE49-F238E27FC236}">
                <a16:creationId xmlns:a16="http://schemas.microsoft.com/office/drawing/2014/main" id="{3AD44C22-6CBA-608E-B168-17EB6AAF4734}"/>
              </a:ext>
            </a:extLst>
          </p:cNvPr>
          <p:cNvSpPr/>
          <p:nvPr/>
        </p:nvSpPr>
        <p:spPr>
          <a:xfrm>
            <a:off x="7708392" y="37124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AFC4"/>
                </a:solidFill>
              </a:rPr>
              <a:t>Events</a:t>
            </a:r>
            <a:endParaRPr lang="en-US" sz="700" dirty="0"/>
          </a:p>
        </p:txBody>
      </p:sp>
      <p:sp>
        <p:nvSpPr>
          <p:cNvPr id="130" name="Text 128">
            <a:extLst>
              <a:ext uri="{FF2B5EF4-FFF2-40B4-BE49-F238E27FC236}">
                <a16:creationId xmlns:a16="http://schemas.microsoft.com/office/drawing/2014/main" id="{C3CA7EC2-C52B-B3DC-3D46-912DDBB06A19}"/>
              </a:ext>
            </a:extLst>
          </p:cNvPr>
          <p:cNvSpPr/>
          <p:nvPr/>
        </p:nvSpPr>
        <p:spPr>
          <a:xfrm>
            <a:off x="8302752" y="34381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</a:rPr>
              <a:t>96</a:t>
            </a:r>
            <a:endParaRPr lang="en-US" sz="1400" dirty="0"/>
          </a:p>
        </p:txBody>
      </p:sp>
      <p:sp>
        <p:nvSpPr>
          <p:cNvPr id="131" name="Text 129">
            <a:extLst>
              <a:ext uri="{FF2B5EF4-FFF2-40B4-BE49-F238E27FC236}">
                <a16:creationId xmlns:a16="http://schemas.microsoft.com/office/drawing/2014/main" id="{1F782937-A482-6A49-2956-0E351D3B5BE9}"/>
              </a:ext>
            </a:extLst>
          </p:cNvPr>
          <p:cNvSpPr/>
          <p:nvPr/>
        </p:nvSpPr>
        <p:spPr>
          <a:xfrm>
            <a:off x="8302752" y="371246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EAFC4"/>
                </a:solidFill>
              </a:rPr>
              <a:t>RSVPs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40035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Features &amp; Django Implementation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429768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88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🔐  Authentication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Sign Up · Login · Logout · Forgot Password · Role-based (Guest / User / Admin)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97680" cy="822960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05156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881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📋  Models &amp; Forms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898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7 models: Event, Category, RSVP, Comment, UserProfile, FavoriteEvent, EventHistory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011680"/>
            <a:ext cx="429768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01168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48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🔍  Search &amp; Filter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350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Keyword search bar (title, organizer) + category dropdown — both on every page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4297680" cy="822960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01168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48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📤  File Upload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3500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Event poster via Django ImageField; profile picture via UserProfile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71800"/>
            <a:ext cx="429768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97180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🕐  Sessions &amp; Cookies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Visit counter per day · Recently viewed events stored in session/cookie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297680" cy="822960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97180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08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💬  Comments &amp; RSVP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310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Registered users can discuss events and join / cancel attendance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3931920"/>
            <a:ext cx="429768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93192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684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📊  Class-Based Views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4270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ListView · DetailView · CreateView · UpdateView replacing function views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3931920"/>
            <a:ext cx="4297680" cy="822960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3931920"/>
            <a:ext cx="54864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684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40"/>
                </a:solidFill>
              </a:rPr>
              <a:t>⭐  Dashboard &amp; History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46320" y="4270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My Events · RSVP history · Saved favorites · Profile info — all in one place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 Stack &amp; Pages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</a:rPr>
              <a:t>Technology Stack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</a:rPr>
              <a:t>Backend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463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8090"/>
                </a:solidFill>
              </a:rPr>
              <a:t>Python + Django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865376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6537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</a:rPr>
              <a:t>Frontend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18653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8090"/>
                </a:solidFill>
              </a:rPr>
              <a:t>HTML / CSS / Bootstrap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39319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67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</a:rPr>
              <a:t>Database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2267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8090"/>
                </a:solidFill>
              </a:rPr>
              <a:t>SQLite + JSON Fixtures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3931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700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</a:rPr>
              <a:t>Version Control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60" y="2670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8090"/>
                </a:solidFill>
              </a:rPr>
              <a:t>GitHub (comp8347proj)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072384"/>
            <a:ext cx="393192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7238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4748B"/>
                </a:solidFill>
              </a:rPr>
              <a:t>IDE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65960" y="30723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28090"/>
                </a:solidFill>
              </a:rPr>
              <a:t>PyCharm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6344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</a:rPr>
              <a:t>Pages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481328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4630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Home Page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874520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856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Event Listing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267712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224942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Event Detail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660904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6426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Login / Register / Forgot Password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3054096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0358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Create / Edit Event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447288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User Dashboard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840480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8032" y="3822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Favorites &amp; History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4233672"/>
            <a:ext cx="54864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215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</a:rPr>
              <a:t>About Us / Contact Us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177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Group Roles &amp; Responsibilities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2"/>
            <a:ext cx="5029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280162"/>
            <a:ext cx="80467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131673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</a:rPr>
              <a:t>Hemit Rana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353314"/>
            <a:ext cx="164592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5331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 Lead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60020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</a:rPr>
              <a:t>Database models (Event, Category, RSVP) · GitHub repo setup · Deployment · Registration forms &amp; 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2"/>
            <a:ext cx="5029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5740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2057402"/>
            <a:ext cx="8046720" cy="594360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05840" y="209397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</a:rPr>
              <a:t>Sarvesh Solanke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2130554"/>
            <a:ext cx="164592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13055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b="1" dirty="0">
              <a:solidFill>
                <a:srgbClr val="FFFFFF"/>
              </a:solidFill>
            </a:endParaRPr>
          </a:p>
          <a:p>
            <a:pPr algn="ctr"/>
            <a:r>
              <a:rPr lang="en-US" sz="1000" b="1" dirty="0">
                <a:solidFill>
                  <a:srgbClr val="FFFFFF"/>
                </a:solidFill>
              </a:rPr>
              <a:t>Sessions &amp; QA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243230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64748B"/>
                </a:solidFill>
              </a:rPr>
              <a:t>Sessions · Cookies · User history tracking · Testing &amp; fixtures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834642"/>
            <a:ext cx="5029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3464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68680" y="2834642"/>
            <a:ext cx="804672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87121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</a:rPr>
              <a:t>Jasmeen Kaur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83280" y="2907794"/>
            <a:ext cx="164592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0779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Events &amp; Interaction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15468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Event creation forms · RSVP system · Comment model &amp; views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2"/>
            <a:ext cx="502920" cy="5943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1188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68680" y="3611882"/>
            <a:ext cx="8046720" cy="594360"/>
          </a:xfrm>
          <a:prstGeom prst="rect">
            <a:avLst/>
          </a:prstGeom>
          <a:solidFill>
            <a:srgbClr val="F0FD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64845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40"/>
                </a:solidFill>
              </a:rPr>
              <a:t>Charmiben Patel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3685034"/>
            <a:ext cx="1645920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68503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UI / Frontend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393192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Bootstrap templates · Responsive design · Footer · About/Contact pages</a:t>
            </a:r>
            <a:endParaRPr lang="en-US" sz="11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895B95-81FB-C0C0-739D-820834B4960E}"/>
              </a:ext>
            </a:extLst>
          </p:cNvPr>
          <p:cNvGrpSpPr/>
          <p:nvPr/>
        </p:nvGrpSpPr>
        <p:grpSpPr>
          <a:xfrm>
            <a:off x="4572000" y="1350894"/>
            <a:ext cx="1645920" cy="237744"/>
            <a:chOff x="3383280" y="4224528"/>
            <a:chExt cx="1645920" cy="237744"/>
          </a:xfrm>
        </p:grpSpPr>
        <p:sp>
          <p:nvSpPr>
            <p:cNvPr id="37" name="Shape 35"/>
            <p:cNvSpPr/>
            <p:nvPr/>
          </p:nvSpPr>
          <p:spPr>
            <a:xfrm>
              <a:off x="3383280" y="4224528"/>
              <a:ext cx="1645920" cy="228600"/>
            </a:xfrm>
            <a:prstGeom prst="rect">
              <a:avLst/>
            </a:prstGeom>
            <a:solidFill>
              <a:srgbClr val="028090"/>
            </a:solidFill>
            <a:ln w="12700">
              <a:solidFill>
                <a:srgbClr val="028090"/>
              </a:solidFill>
              <a:prstDash val="solid"/>
            </a:ln>
          </p:spPr>
        </p:sp>
        <p:sp>
          <p:nvSpPr>
            <p:cNvPr id="38" name="Text 36"/>
            <p:cNvSpPr/>
            <p:nvPr/>
          </p:nvSpPr>
          <p:spPr>
            <a:xfrm>
              <a:off x="3383280" y="4233672"/>
              <a:ext cx="1645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</a:rPr>
                <a:t>Auth &amp; Security</a:t>
              </a:r>
              <a:endParaRPr lang="en-US" sz="1000" dirty="0"/>
            </a:p>
          </p:txBody>
        </p:sp>
      </p:grpSp>
      <p:sp>
        <p:nvSpPr>
          <p:cNvPr id="41" name="Shape 36">
            <a:extLst>
              <a:ext uri="{FF2B5EF4-FFF2-40B4-BE49-F238E27FC236}">
                <a16:creationId xmlns:a16="http://schemas.microsoft.com/office/drawing/2014/main" id="{F5B296F3-3389-2420-5FB9-EEF26D4FDC73}"/>
              </a:ext>
            </a:extLst>
          </p:cNvPr>
          <p:cNvSpPr/>
          <p:nvPr/>
        </p:nvSpPr>
        <p:spPr>
          <a:xfrm>
            <a:off x="274320" y="4617720"/>
            <a:ext cx="8641080" cy="320040"/>
          </a:xfrm>
          <a:prstGeom prst="rect">
            <a:avLst/>
          </a:prstGeom>
          <a:solidFill>
            <a:srgbClr val="00A896">
              <a:alpha val="1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09728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41148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57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00A896"/>
                </a:solidFill>
              </a:rPr>
              <a:t>CampusConnect – Campus Event Board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0815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4CC"/>
                </a:solidFill>
              </a:rPr>
              <a:t>✓  Django: models, views, forms, sessions, cookies, auth, uploads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6557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4CC"/>
                </a:solidFill>
              </a:rPr>
              <a:t>✓  Bootstrap UI · JSON fixtures · Class-Based Views · GitHub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4962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4CC"/>
                </a:solidFill>
              </a:rPr>
              <a:t>✓  3 user roles with distinct interfaces and permissions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5029200" cy="548640"/>
          </a:xfrm>
          <a:prstGeom prst="rect">
            <a:avLst/>
          </a:prstGeom>
          <a:solidFill>
            <a:srgbClr val="00A896">
              <a:alpha val="80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51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Bonus: Email reminders · Trending events · Google Maps · Calendar export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0" y="4709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B8A"/>
                </a:solidFill>
              </a:rPr>
              <a:t>Group 8  ·  COMP 8347  ·  University of Windsor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861</Words>
  <Application>Microsoft Office PowerPoint</Application>
  <PresentationFormat>On-screen Show (16:9)</PresentationFormat>
  <Paragraphs>204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CampusConnect – Project Proposal</dc:title>
  <dc:subject>PptxGenJS Presentation</dc:subject>
  <dc:creator>PptxGenJS</dc:creator>
  <cp:lastModifiedBy>Hemit Rana</cp:lastModifiedBy>
  <cp:revision>15</cp:revision>
  <dcterms:created xsi:type="dcterms:W3CDTF">2026-05-19T22:00:14Z</dcterms:created>
  <dcterms:modified xsi:type="dcterms:W3CDTF">2026-05-22T14:29:54Z</dcterms:modified>
</cp:coreProperties>
</file>